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  <p:sldMasterId id="2147483661" r:id="rId5"/>
  </p:sldMasterIdLst>
  <p:notesMasterIdLst>
    <p:notesMasterId r:id="rId6"/>
  </p:notesMasterIdLst>
  <p:sldIdLst>
    <p:sldId id="256" r:id="rId7"/>
  </p:sldIdLst>
  <p:sldSz cy="5143500" cx="9144000"/>
  <p:notesSz cx="6858000" cy="9144000"/>
  <p:embeddedFontLst>
    <p:embeddedFont>
      <p:font typeface="Raleway SemiBold"/>
      <p:regular r:id="rId8"/>
      <p:bold r:id="rId9"/>
      <p:italic r:id="rId10"/>
      <p:boldItalic r:id="rId11"/>
    </p:embeddedFont>
    <p:embeddedFont>
      <p:font typeface="Raleway"/>
      <p:regular r:id="rId12"/>
      <p:bold r:id="rId13"/>
      <p:italic r:id="rId14"/>
      <p:boldItalic r:id="rId15"/>
    </p:embeddedFont>
    <p:embeddedFont>
      <p:font typeface="Raleway ExtraBold"/>
      <p:bold r:id="rId16"/>
      <p:boldItalic r:id="rId17"/>
    </p:embeddedFont>
    <p:embeddedFont>
      <p:font typeface="Satisfy"/>
      <p:regular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550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550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alewaySemiBold-boldItalic.fntdata"/><Relationship Id="rId10" Type="http://schemas.openxmlformats.org/officeDocument/2006/relationships/font" Target="fonts/RalewaySemiBold-italic.fntdata"/><Relationship Id="rId13" Type="http://schemas.openxmlformats.org/officeDocument/2006/relationships/font" Target="fonts/Raleway-bold.fntdata"/><Relationship Id="rId12" Type="http://schemas.openxmlformats.org/officeDocument/2006/relationships/font" Target="fonts/Ralew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RalewaySemiBold-bold.fntdata"/><Relationship Id="rId15" Type="http://schemas.openxmlformats.org/officeDocument/2006/relationships/font" Target="fonts/Raleway-boldItalic.fntdata"/><Relationship Id="rId14" Type="http://schemas.openxmlformats.org/officeDocument/2006/relationships/font" Target="fonts/Raleway-italic.fntdata"/><Relationship Id="rId17" Type="http://schemas.openxmlformats.org/officeDocument/2006/relationships/font" Target="fonts/RalewayExtraBold-boldItalic.fntdata"/><Relationship Id="rId16" Type="http://schemas.openxmlformats.org/officeDocument/2006/relationships/font" Target="fonts/RalewayExtraBold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18" Type="http://schemas.openxmlformats.org/officeDocument/2006/relationships/font" Target="fonts/Satisfy-regular.fntdata"/><Relationship Id="rId7" Type="http://schemas.openxmlformats.org/officeDocument/2006/relationships/slide" Target="slides/slide1.xml"/><Relationship Id="rId8" Type="http://schemas.openxmlformats.org/officeDocument/2006/relationships/font" Target="fonts/RalewaySemiBold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943503e624_2_2:notes"/>
          <p:cNvSpPr/>
          <p:nvPr>
            <p:ph idx="2" type="sldImg"/>
          </p:nvPr>
        </p:nvSpPr>
        <p:spPr>
          <a:xfrm>
            <a:off x="343070" y="428572"/>
            <a:ext cx="2742860" cy="1157144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" name="Google Shape;54;g3943503e624_2_2:notes"/>
          <p:cNvSpPr txBox="1"/>
          <p:nvPr>
            <p:ph idx="1" type="body"/>
          </p:nvPr>
        </p:nvSpPr>
        <p:spPr>
          <a:xfrm>
            <a:off x="342900" y="1650002"/>
            <a:ext cx="2743200" cy="1350001"/>
          </a:xfrm>
          <a:prstGeom prst="rect">
            <a:avLst/>
          </a:prstGeom>
          <a:noFill/>
          <a:ln>
            <a:noFill/>
          </a:ln>
        </p:spPr>
        <p:txBody>
          <a:bodyPr anchorCtr="0" anchor="t" bIns="20950" lIns="41900" spcFirstLastPara="1" rIns="41900" wrap="square" tIns="2095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600"/>
          </a:p>
        </p:txBody>
      </p:sp>
      <p:sp>
        <p:nvSpPr>
          <p:cNvPr id="55" name="Google Shape;55;g3943503e624_2_2:notes"/>
          <p:cNvSpPr txBox="1"/>
          <p:nvPr>
            <p:ph idx="12" type="sldNum"/>
          </p:nvPr>
        </p:nvSpPr>
        <p:spPr>
          <a:xfrm>
            <a:off x="1942306" y="3256551"/>
            <a:ext cx="1485900" cy="172024"/>
          </a:xfrm>
          <a:prstGeom prst="rect">
            <a:avLst/>
          </a:prstGeom>
          <a:noFill/>
          <a:ln>
            <a:noFill/>
          </a:ln>
        </p:spPr>
        <p:txBody>
          <a:bodyPr anchorCtr="0" anchor="b" bIns="20950" lIns="41900" spcFirstLastPara="1" rIns="41900" wrap="square" tIns="2095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fld id="{00000000-1234-1234-1234-123412341234}" type="slidenum">
              <a:rPr b="0" i="0" lang="en-GB" sz="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9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1.png"/><Relationship Id="rId8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57" name="Google Shape;5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10" cy="5142863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5"/>
          <p:cNvSpPr/>
          <p:nvPr/>
        </p:nvSpPr>
        <p:spPr>
          <a:xfrm>
            <a:off x="7196675" y="4328125"/>
            <a:ext cx="1540200" cy="381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15"/>
          <p:cNvSpPr/>
          <p:nvPr/>
        </p:nvSpPr>
        <p:spPr>
          <a:xfrm>
            <a:off x="7302500" y="4479625"/>
            <a:ext cx="11418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62"/>
              </a:lnSpc>
              <a:spcBef>
                <a:spcPts val="0"/>
              </a:spcBef>
              <a:spcAft>
                <a:spcPts val="0"/>
              </a:spcAft>
              <a:buClr>
                <a:srgbClr val="CFEDF0"/>
              </a:buClr>
              <a:buSzPts val="800"/>
              <a:buFont typeface="Raleway SemiBold"/>
              <a:buNone/>
            </a:pPr>
            <a:r>
              <a:rPr b="0" i="0" lang="en-GB" sz="800" u="none" cap="none" strike="noStrike">
                <a:solidFill>
                  <a:srgbClr val="CFEDF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In collaboration </a:t>
            </a:r>
            <a:r>
              <a:rPr lang="en-GB" sz="800">
                <a:solidFill>
                  <a:srgbClr val="CFEDF0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with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" name="Google Shape;60;p15" title="blob-2.png"/>
          <p:cNvPicPr preferRelativeResize="0"/>
          <p:nvPr/>
        </p:nvPicPr>
        <p:blipFill rotWithShape="1">
          <a:blip r:embed="rId4">
            <a:alphaModFix/>
          </a:blip>
          <a:srcRect b="10" l="0" r="0" t="0"/>
          <a:stretch/>
        </p:blipFill>
        <p:spPr>
          <a:xfrm>
            <a:off x="8355000" y="4328276"/>
            <a:ext cx="382001" cy="382001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5"/>
          <p:cNvSpPr/>
          <p:nvPr/>
        </p:nvSpPr>
        <p:spPr>
          <a:xfrm>
            <a:off x="442913" y="3845719"/>
            <a:ext cx="1285876" cy="366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15"/>
          <p:cNvSpPr/>
          <p:nvPr/>
        </p:nvSpPr>
        <p:spPr>
          <a:xfrm>
            <a:off x="442913" y="3986213"/>
            <a:ext cx="85725" cy="85725"/>
          </a:xfrm>
          <a:prstGeom prst="ellipse">
            <a:avLst/>
          </a:prstGeom>
          <a:solidFill>
            <a:srgbClr val="CFEDF0"/>
          </a:solidFill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5"/>
          <p:cNvSpPr/>
          <p:nvPr/>
        </p:nvSpPr>
        <p:spPr>
          <a:xfrm>
            <a:off x="604850" y="3886273"/>
            <a:ext cx="1219200" cy="2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65C5D0"/>
              </a:buClr>
              <a:buSzPts val="1800"/>
              <a:buFont typeface="Raleway"/>
              <a:buNone/>
            </a:pPr>
            <a:r>
              <a:rPr b="1" i="0" lang="en-GB" sz="1800" u="none" cap="none" strike="noStrike">
                <a:solidFill>
                  <a:srgbClr val="65C5D0"/>
                </a:solidFill>
                <a:latin typeface="Raleway"/>
                <a:ea typeface="Raleway"/>
                <a:cs typeface="Raleway"/>
                <a:sym typeface="Raleway"/>
              </a:rPr>
              <a:t>SESSION #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/>
          <p:nvPr/>
        </p:nvSpPr>
        <p:spPr>
          <a:xfrm>
            <a:off x="442913" y="4267200"/>
            <a:ext cx="628651" cy="16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15"/>
          <p:cNvSpPr/>
          <p:nvPr/>
        </p:nvSpPr>
        <p:spPr>
          <a:xfrm>
            <a:off x="442913" y="4267200"/>
            <a:ext cx="662100" cy="1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CFEDF0"/>
              </a:buClr>
              <a:buSzPts val="800"/>
              <a:buFont typeface="Raleway SemiBold"/>
              <a:buNone/>
            </a:pPr>
            <a:r>
              <a:rPr i="0" lang="en-GB" sz="800" u="none" cap="none" strike="noStrike">
                <a:solidFill>
                  <a:srgbClr val="CFEDF0"/>
                </a:solidFill>
                <a:latin typeface="Satisfy"/>
                <a:ea typeface="Satisfy"/>
                <a:cs typeface="Satisfy"/>
                <a:sym typeface="Satisfy"/>
              </a:rPr>
              <a:t>Presented by</a:t>
            </a:r>
            <a:endParaRPr i="0" sz="800" u="none" cap="none" strike="noStrike">
              <a:solidFill>
                <a:schemeClr val="dk1"/>
              </a:solidFill>
              <a:latin typeface="Satisfy"/>
              <a:ea typeface="Satisfy"/>
              <a:cs typeface="Satisfy"/>
              <a:sym typeface="Satisfy"/>
            </a:endParaRPr>
          </a:p>
        </p:txBody>
      </p:sp>
      <p:sp>
        <p:nvSpPr>
          <p:cNvPr id="66" name="Google Shape;66;p15"/>
          <p:cNvSpPr/>
          <p:nvPr/>
        </p:nvSpPr>
        <p:spPr>
          <a:xfrm>
            <a:off x="442913" y="4481513"/>
            <a:ext cx="35861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15"/>
          <p:cNvSpPr/>
          <p:nvPr/>
        </p:nvSpPr>
        <p:spPr>
          <a:xfrm>
            <a:off x="442913" y="4481513"/>
            <a:ext cx="35861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5"/>
          <p:cNvSpPr/>
          <p:nvPr/>
        </p:nvSpPr>
        <p:spPr>
          <a:xfrm>
            <a:off x="442913" y="4481513"/>
            <a:ext cx="3586166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5"/>
          <p:cNvSpPr/>
          <p:nvPr/>
        </p:nvSpPr>
        <p:spPr>
          <a:xfrm>
            <a:off x="442913" y="4481513"/>
            <a:ext cx="3633791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EF7ED"/>
              </a:buClr>
              <a:buSzPts val="1100"/>
              <a:buFont typeface="Raleway SemiBold"/>
              <a:buNone/>
            </a:pPr>
            <a:r>
              <a:rPr b="0" i="0" lang="en-GB" sz="1100" u="none" cap="none" strike="noStrike">
                <a:solidFill>
                  <a:srgbClr val="FEF7ED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Replace with presenter name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15"/>
          <p:cNvSpPr/>
          <p:nvPr/>
        </p:nvSpPr>
        <p:spPr>
          <a:xfrm>
            <a:off x="1057276" y="1452563"/>
            <a:ext cx="7036601" cy="20145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15"/>
          <p:cNvSpPr/>
          <p:nvPr/>
        </p:nvSpPr>
        <p:spPr>
          <a:xfrm>
            <a:off x="1057276" y="1452563"/>
            <a:ext cx="7036601" cy="1459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5"/>
          <p:cNvSpPr/>
          <p:nvPr/>
        </p:nvSpPr>
        <p:spPr>
          <a:xfrm>
            <a:off x="1446611" y="1452563"/>
            <a:ext cx="6257931" cy="1459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3806425" y="1452570"/>
            <a:ext cx="16146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0B14E"/>
              </a:buClr>
              <a:buSzPts val="1800"/>
              <a:buFont typeface="Raleway SemiBold"/>
              <a:buNone/>
            </a:pPr>
            <a:r>
              <a:rPr b="0" i="0" lang="en-GB" sz="1800" u="none" cap="none" strike="noStrike">
                <a:solidFill>
                  <a:srgbClr val="F0B14E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Session Name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1446611" y="1990725"/>
            <a:ext cx="6257931" cy="9215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5" name="Google Shape;7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85901" y="2040731"/>
            <a:ext cx="6222212" cy="85000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76" name="Google Shape;76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43039" y="1990725"/>
            <a:ext cx="6222212" cy="857144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5"/>
          <p:cNvSpPr/>
          <p:nvPr/>
        </p:nvSpPr>
        <p:spPr>
          <a:xfrm>
            <a:off x="2968225" y="2150273"/>
            <a:ext cx="3171900" cy="4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A5357"/>
              </a:buClr>
              <a:buSzPts val="3600"/>
              <a:buFont typeface="Raleway ExtraBold"/>
              <a:buNone/>
            </a:pPr>
            <a:r>
              <a:rPr b="0" i="0" lang="en-GB" sz="3600" u="none" cap="none" strike="noStrike">
                <a:solidFill>
                  <a:srgbClr val="2A5357"/>
                </a:solidFill>
                <a:latin typeface="Raleway ExtraBold"/>
                <a:ea typeface="Raleway ExtraBold"/>
                <a:cs typeface="Raleway ExtraBold"/>
                <a:sym typeface="Raleway ExtraBold"/>
              </a:rPr>
              <a:t>Big Title Here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1057276" y="3052763"/>
            <a:ext cx="7036601" cy="414338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34275" spcFirstLastPara="1" rIns="34275" wrap="square" tIns="34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79" name="Google Shape;79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3293272" y="3052760"/>
            <a:ext cx="2557465" cy="41904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3882350" y="3147461"/>
            <a:ext cx="14589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aleway SemiBold"/>
              <a:buNone/>
            </a:pPr>
            <a:r>
              <a:rPr b="0" i="0" lang="en-GB" sz="1300" u="none" cap="none" strike="noStrike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August</a:t>
            </a:r>
            <a:r>
              <a:rPr lang="en-GB" sz="13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2nd,</a:t>
            </a:r>
            <a:r>
              <a:rPr b="0" i="0" lang="en-GB" sz="1300" u="none" cap="none" strike="noStrike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 202</a:t>
            </a:r>
            <a:r>
              <a:rPr lang="en-GB" sz="1300">
                <a:solidFill>
                  <a:srgbClr val="FFFFFF"/>
                </a:solidFill>
                <a:latin typeface="Raleway SemiBold"/>
                <a:ea typeface="Raleway SemiBold"/>
                <a:cs typeface="Raleway SemiBold"/>
                <a:sym typeface="Raleway SemiBold"/>
              </a:rPr>
              <a:t>6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 " id="81" name="Google Shape;81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52764" y="356839"/>
            <a:ext cx="1071563" cy="2857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2" name="Google Shape;8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42928" y="275849"/>
            <a:ext cx="405339" cy="366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